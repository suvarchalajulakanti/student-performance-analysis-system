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4.xml"/><Relationship Id="rId3" Type="http://schemas.openxmlformats.org/officeDocument/2006/relationships/hyperlink" Target="https://docs.google.com/spreadsheets/d/1XP_mBSf_7V-Oja4TWdscB4vsCMxuAbEX/edit?usp=sharing&amp;ouid=112623039062366209453&amp;rtpof=true&amp;sd=true" TargetMode="Externa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0.xml"/><Relationship Id="rId3" Type="http://schemas.openxmlformats.org/officeDocument/2006/relationships/image" Target="../media/image1.png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8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2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3.xml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Student Performance Analysis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Presented by:</a:t>
            </a:r>
            <a:endParaRPr lang="en-US"/>
          </a:p>
          <a:p>
            <a:r>
              <a:rPr lang="en-US"/>
              <a:t>Name:Julakanti Suvarchala</a:t>
            </a:r>
            <a:endParaRPr lang="en-US"/>
          </a:p>
          <a:p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Objective of Student Performance Analysis: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>
              <a:buSzPct val="90000"/>
              <a:buFont typeface="Arial" panose="020B0604020202020204" pitchFamily="34" charset="0"/>
              <a:buChar char="•"/>
            </a:pPr>
            <a:r>
              <a:rPr lang="en-US" sz="2000"/>
              <a:t>It is mainly developed to know the complete analysis od all the students</a:t>
            </a:r>
            <a:endParaRPr lang="en-US" sz="2000"/>
          </a:p>
          <a:p>
            <a:pPr>
              <a:buSzPct val="90000"/>
              <a:buFont typeface="Arial" panose="020B0604020202020204" pitchFamily="34" charset="0"/>
              <a:buChar char="•"/>
            </a:pPr>
            <a:r>
              <a:rPr lang="en-US" sz="2000"/>
              <a:t>It defines the average marks of all students</a:t>
            </a:r>
            <a:endParaRPr lang="en-US" sz="2000"/>
          </a:p>
          <a:p>
            <a:pPr>
              <a:buSzPct val="90000"/>
              <a:buFont typeface="Arial" panose="020B0604020202020204" pitchFamily="34" charset="0"/>
              <a:buChar char="•"/>
            </a:pPr>
            <a:r>
              <a:rPr lang="en-US" sz="2000"/>
              <a:t>It also gives description about all students(pass/fail)</a:t>
            </a:r>
            <a:endParaRPr lang="en-US" sz="2000"/>
          </a:p>
          <a:p>
            <a:pPr>
              <a:buSzPct val="90000"/>
              <a:buFont typeface="Arial" panose="020B0604020202020204" pitchFamily="34" charset="0"/>
              <a:buChar char="•"/>
            </a:pPr>
            <a:r>
              <a:rPr lang="en-US" sz="2000"/>
              <a:t>It takes the excel file as an input</a:t>
            </a:r>
            <a:endParaRPr lang="en-US" sz="2000"/>
          </a:p>
          <a:p>
            <a:pPr>
              <a:buSzPct val="90000"/>
              <a:buFont typeface="Arial" panose="020B0604020202020204" pitchFamily="34" charset="0"/>
              <a:buChar char="•"/>
            </a:pPr>
            <a:r>
              <a:rPr lang="en-US" sz="2000"/>
              <a:t>It also asks for the pass marks and minimum attendence percentage</a:t>
            </a:r>
            <a:endParaRPr lang="en-US" sz="2000"/>
          </a:p>
          <a:p>
            <a:pPr>
              <a:buSzPct val="90000"/>
              <a:buFont typeface="Arial" panose="020B0604020202020204" pitchFamily="34" charset="0"/>
              <a:buChar char="•"/>
            </a:pPr>
            <a:r>
              <a:rPr lang="en-US" sz="2000"/>
              <a:t>Based asked  perspective(the student is passed only if he pass all the subjects individually and has minimum attendence percentage) it gives the result of the student</a:t>
            </a:r>
            <a:endParaRPr lang="en-US" sz="2000"/>
          </a:p>
          <a:p>
            <a:pPr marL="0" indent="0">
              <a:buNone/>
            </a:pPr>
            <a:endParaRPr lang="en-US" sz="2000"/>
          </a:p>
          <a:p>
            <a:endParaRPr lang="en-US" sz="2000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Technologies Used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Python</a:t>
            </a:r>
            <a:endParaRPr lang="en-US" altLang="en-US"/>
          </a:p>
          <a:p>
            <a:r>
              <a:rPr lang="en-US" altLang="en-US"/>
              <a:t>Pandas</a:t>
            </a:r>
            <a:endParaRPr lang="en-US" altLang="en-US"/>
          </a:p>
          <a:p>
            <a:r>
              <a:rPr lang="en-US" altLang="en-US"/>
              <a:t>Numpy</a:t>
            </a:r>
            <a:endParaRPr lang="en-US" altLang="en-US"/>
          </a:p>
          <a:p>
            <a:r>
              <a:rPr lang="en-US" altLang="en-US"/>
              <a:t>Conditions 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Dataset Description 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Student_id</a:t>
            </a:r>
            <a:endParaRPr lang="en-US"/>
          </a:p>
          <a:p>
            <a:r>
              <a:rPr lang="en-US"/>
              <a:t>Name</a:t>
            </a:r>
            <a:endParaRPr lang="en-US"/>
          </a:p>
          <a:p>
            <a:r>
              <a:rPr lang="en-US"/>
              <a:t>s1,s2,s3,s4,s5,s6 subject marks individually</a:t>
            </a:r>
            <a:endParaRPr lang="en-US"/>
          </a:p>
          <a:p>
            <a:r>
              <a:rPr lang="en-US"/>
              <a:t>Attendence</a:t>
            </a:r>
            <a:endParaRPr lang="en-US"/>
          </a:p>
          <a:p>
            <a:r>
              <a:rPr lang="en-US">
                <a:hlinkClick r:id="rId3" tooltip="" action="ppaction://hlinkfile"/>
              </a:rPr>
              <a:t>data set</a:t>
            </a:r>
            <a:endParaRPr lang="en-US"/>
          </a:p>
        </p:txBody>
      </p:sp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Project Implementation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First the data is load using pandas.</a:t>
            </a:r>
            <a:endParaRPr lang="en-US"/>
          </a:p>
          <a:p>
            <a:r>
              <a:rPr lang="en-US"/>
              <a:t>Then takes input for pass marks, minimum attendence.</a:t>
            </a:r>
            <a:endParaRPr lang="en-US"/>
          </a:p>
          <a:p>
            <a:r>
              <a:rPr lang="en-US"/>
              <a:t>Then condition like is_pass to find the result of the students uses numpy.</a:t>
            </a:r>
            <a:endParaRPr lang="en-US"/>
          </a:p>
          <a:p>
            <a:r>
              <a:rPr lang="en-US"/>
              <a:t>Then finds for the Average marks of every student used pandas dataframe.</a:t>
            </a:r>
            <a:endParaRPr lang="en-US"/>
          </a:p>
          <a:p>
            <a:r>
              <a:rPr lang="en-US"/>
              <a:t>Then something write description about the student wheather passed or failed and how they are performing in each and every subject</a:t>
            </a:r>
            <a:endParaRPr lang="en-US"/>
          </a:p>
          <a:p>
            <a:r>
              <a:rPr lang="en-US"/>
              <a:t>Then gives name of the top student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output: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If pass marks=35 and minimum attendence is 65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90" y="1937385"/>
            <a:ext cx="11421745" cy="46704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195" y="676275"/>
            <a:ext cx="11257915" cy="584644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915" y="501650"/>
            <a:ext cx="10772140" cy="477710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/>
          <p:nvPr/>
        </p:nvPicPr>
        <p:blipFill>
          <a:blip r:embed="rId1"/>
          <a:stretch>
            <a:fillRect/>
          </a:stretch>
        </p:blipFill>
        <p:spPr>
          <a:xfrm>
            <a:off x="1487805" y="564515"/>
            <a:ext cx="8441690" cy="478409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1158</Words>
  <Application>WPS Presentation</Application>
  <PresentationFormat>Widescreen</PresentationFormat>
  <Paragraphs>47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Performance Analysis</dc:title>
  <dc:creator>Ajay_Govindu</dc:creator>
  <cp:lastModifiedBy>suvarchala julakanti</cp:lastModifiedBy>
  <cp:revision>1</cp:revision>
  <dcterms:created xsi:type="dcterms:W3CDTF">2026-10-12T14:07:57Z</dcterms:created>
  <dcterms:modified xsi:type="dcterms:W3CDTF">2026-10-12T14:07:57Z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9787BBE26E72443789FD2FEC49F3002F_11</vt:lpwstr>
  </property>
</Properties>
</file>